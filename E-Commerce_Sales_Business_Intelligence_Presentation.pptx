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Sales Analysis &amp; BI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| Python + Power BI +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e-commerce sales data</a:t>
            </a:r>
          </a:p>
          <a:p>
            <a:r>
              <a:t>• Identify business insights</a:t>
            </a:r>
          </a:p>
          <a:p>
            <a:r>
              <a:t>• Build ML prediction model</a:t>
            </a:r>
          </a:p>
          <a:p>
            <a:r>
              <a:t>• Create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Customers (500)</a:t>
            </a:r>
          </a:p>
          <a:p>
            <a:r>
              <a:t>• Products (200)</a:t>
            </a:r>
          </a:p>
          <a:p>
            <a:r>
              <a:t>• Orders (5000)</a:t>
            </a:r>
          </a:p>
          <a:p>
            <a:r>
              <a:t>• Payments (5000)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</a:t>
            </a:r>
          </a:p>
          <a:p>
            <a:r>
              <a:t>Matplotlib, Seaborn</a:t>
            </a:r>
          </a:p>
          <a:p>
            <a:r>
              <a:t>Scikit-learn</a:t>
            </a:r>
          </a:p>
          <a:p>
            <a:r>
              <a:t>Power BI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</a:t>
            </a:r>
          </a:p>
          <a:p>
            <a:r>
              <a:t>• Merging datasets</a:t>
            </a:r>
          </a:p>
          <a:p>
            <a:r>
              <a:t>• Handling missing values</a:t>
            </a:r>
          </a:p>
          <a:p>
            <a:r>
              <a:t>• Removing duplicates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TotalSales</a:t>
            </a:r>
          </a:p>
          <a:p>
            <a:r>
              <a:t>• FinalAmount</a:t>
            </a:r>
          </a:p>
          <a:p>
            <a:r>
              <a:t>• DiscountAmount</a:t>
            </a:r>
          </a:p>
          <a:p>
            <a:r>
              <a:t>• Profit</a:t>
            </a:r>
          </a:p>
          <a:p>
            <a:r>
              <a:t>• Profit Margin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Category analysis</a:t>
            </a:r>
          </a:p>
          <a:p>
            <a:r>
              <a:t>• Country analysis</a:t>
            </a:r>
          </a:p>
          <a:p>
            <a:r>
              <a:t>• Customer behavior</a:t>
            </a:r>
          </a:p>
          <a:p>
            <a:r>
              <a:t>• Payment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Beauty &amp; Electronics top categories</a:t>
            </a:r>
          </a:p>
          <a:p>
            <a:r>
              <a:t>• USA &amp; Japan highest revenue</a:t>
            </a:r>
          </a:p>
          <a:p>
            <a:r>
              <a:t>• UPI most used payment</a:t>
            </a:r>
          </a:p>
          <a:p>
            <a:r>
              <a:t>• Profit variation across categories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</a:t>
            </a:r>
          </a:p>
          <a:p>
            <a:r>
              <a:t>Target: Final Sales</a:t>
            </a:r>
          </a:p>
          <a:p>
            <a:r>
              <a:t>R2 Score ~ 0.86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Revenue, Profit, Orders, Customers</a:t>
            </a:r>
          </a:p>
          <a:p>
            <a:r>
              <a:t>Charts: Trends, Categories, Countries</a:t>
            </a:r>
          </a:p>
          <a:p>
            <a:r>
              <a:t>Filters: Region, Category, Payment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Correlation analysis</a:t>
            </a:r>
          </a:p>
          <a:p>
            <a:r>
              <a:t>• Pivot tables</a:t>
            </a:r>
          </a:p>
          <a:p>
            <a:r>
              <a:t>• Hypothesis testing</a:t>
            </a:r>
          </a:p>
          <a:p>
            <a:r>
              <a:t>• Customer segmentation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BI project</a:t>
            </a:r>
          </a:p>
          <a:p>
            <a:r>
              <a:t>Data + ML + Dashboard</a:t>
            </a:r>
          </a:p>
          <a:p>
            <a:r>
              <a:t>Real-world business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